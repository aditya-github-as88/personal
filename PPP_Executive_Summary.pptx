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D3C"/>
                </a:solidFill>
              </a:defRPr>
            </a:pPr>
            <a:r>
              <a:t>PPP Project – 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4206240" cy="1280160"/>
          </a:xfrm>
          <a:prstGeom prst="round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Business Objective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Legacy modernization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Platform scalability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Business continuity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4206240" cy="1280160"/>
          </a:xfrm>
          <a:prstGeom prst="round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Key Challenges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Complex legacy events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Large data footprint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Dual-system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560320"/>
            <a:ext cx="4206240" cy="1280160"/>
          </a:xfrm>
          <a:prstGeom prst="round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What We Migrated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Mortgage trade booking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Loan lifecycle flows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Risk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560320"/>
            <a:ext cx="4206240" cy="1280160"/>
          </a:xfrm>
          <a:prstGeom prst="round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How We Delivered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Cross-team collaboration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Agile execution model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Flow-driven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023360"/>
            <a:ext cx="4206240" cy="1463040"/>
          </a:xfrm>
          <a:prstGeom prst="round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Our Approach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Python-based backend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React web UI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Event-driven architecture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Object-oriented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023360"/>
            <a:ext cx="4206240" cy="1463040"/>
          </a:xfrm>
          <a:prstGeom prst="round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Outcome &amp; Readiness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Scalable modern platform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Legacy system synced</a:t>
            </a:r>
          </a:p>
          <a:p>
            <a:pPr lvl="1">
              <a:defRPr sz="1300">
                <a:solidFill>
                  <a:srgbClr val="2D2D2D"/>
                </a:solidFill>
              </a:defRPr>
            </a:pPr>
            <a:r>
              <a:t>Stress-tested at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669280"/>
            <a:ext cx="841248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“We successfully modernized a critical loan platform with minimal business disruption, creating a scalable foundation for future growth.”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